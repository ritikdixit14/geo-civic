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/>
            </a:pPr>
            <a:r>
              <a:t>Project Name: Tagline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The Problem we solve and a massive hook.</a:t>
            </a:r>
          </a:p>
          <a:p/>
          <a:p>
            <a:r>
              <a:t>Did you know X people suffer from Y every day?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The Solution &amp; Value Prop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Introduce your solution: 'We built [Project Name]...'</a:t>
            </a:r>
          </a:p>
          <a:p>
            <a:pPr>
              <a:defRPr sz="2400"/>
            </a:pPr>
            <a:r>
              <a:t>Core Value 1: Extremely Fast</a:t>
            </a:r>
          </a:p>
          <a:p>
            <a:pPr>
              <a:defRPr sz="2400"/>
            </a:pPr>
            <a:r>
              <a:t>Core Value 2: Highly Cost-Effective</a:t>
            </a:r>
          </a:p>
          <a:p>
            <a:pPr>
              <a:defRPr sz="2400"/>
            </a:pPr>
            <a:r>
              <a:t>Core Value 3: Secure &amp; Scalable</a:t>
            </a:r>
          </a:p>
          <a:p>
            <a:pPr>
              <a:defRPr sz="2400"/>
            </a:pPr>
            <a:r>
              <a:t>Why Now: Perfect timing in the current tech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The Demo /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Step 1: Input - The user submits their issue.</a:t>
            </a:r>
          </a:p>
          <a:p>
            <a:pPr>
              <a:defRPr sz="2400"/>
            </a:pPr>
            <a:r>
              <a:t>Step 2: Process - Our AI Engine analyzes the data.</a:t>
            </a:r>
          </a:p>
          <a:p>
            <a:pPr>
              <a:defRPr sz="2400"/>
            </a:pPr>
            <a:r>
              <a:t>Step 3: Output - Real-time actionable insights are generated.</a:t>
            </a:r>
          </a:p>
          <a:p>
            <a:pPr>
              <a:defRPr sz="2400"/>
            </a:pPr>
            <a:r>
              <a:t>(Insert GIF or Mockup of the app in action here)</a:t>
            </a:r>
          </a:p>
          <a:p>
            <a:pPr>
              <a:defRPr sz="2400"/>
            </a:pPr>
            <a:r>
              <a:t>Scan the QR code to try it yourself!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Market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Target Audience: Local governments, agencies, engaged citizens.</a:t>
            </a:r>
          </a:p>
          <a:p>
            <a:pPr>
              <a:defRPr sz="2400"/>
            </a:pPr>
            <a:r>
              <a:t>Business Model: SaaS subscription / Freemium tiers.</a:t>
            </a:r>
          </a:p>
          <a:p>
            <a:pPr>
              <a:defRPr sz="2400"/>
            </a:pPr>
            <a:r>
              <a:t>Market Size: $X Billion TAM, $Y Million SOM.</a:t>
            </a:r>
          </a:p>
          <a:p>
            <a:pPr>
              <a:defRPr sz="2400"/>
            </a:pPr>
            <a:r>
              <a:t>Competitor Advantage: We are faster and cheaper than existing options.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React, Next.js, TailwindCSS</a:t>
            </a:r>
          </a:p>
          <a:p>
            <a:pPr>
              <a:defRPr sz="2400"/>
            </a:pPr>
            <a:r>
              <a:t>Backend: Node.js, Express, PostgreSQL</a:t>
            </a:r>
          </a:p>
          <a:p>
            <a:pPr>
              <a:defRPr sz="2400"/>
            </a:pPr>
            <a:r>
              <a:t>Cloud/AI: Google Cloud, Gemini 1.5 Pro</a:t>
            </a:r>
          </a:p>
          <a:p>
            <a:pPr>
              <a:defRPr sz="2400"/>
            </a:pPr>
            <a:r>
              <a:t>(Insert Architecture Flowchart showing how the components talk)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Team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Team: [Name 1] - Lead, [Name 2] - Developer, [Name 3] - Design</a:t>
            </a:r>
          </a:p>
          <a:p>
            <a:pPr>
              <a:defRPr sz="2400"/>
            </a:pPr>
            <a:r>
              <a:t>Next Week: Beta Launch</a:t>
            </a:r>
          </a:p>
          <a:p>
            <a:pPr>
              <a:defRPr sz="2400"/>
            </a:pPr>
            <a:r>
              <a:t>Next Month: Official Mobile Release</a:t>
            </a:r>
          </a:p>
          <a:p>
            <a:pPr>
              <a:defRPr sz="2400"/>
            </a:pPr>
            <a:r>
              <a:t>Next Year: Expand to 5 major cities</a:t>
            </a:r>
          </a:p>
          <a:p>
            <a:pPr>
              <a:defRPr sz="2400"/>
            </a:pPr>
            <a:r>
              <a:t>The Ask: Join us in revolutionizing this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