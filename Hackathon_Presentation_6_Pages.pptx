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2980B9"/>
                </a:solidFill>
              </a:defRPr>
            </a:pPr>
            <a:r>
              <a:t>City Issue Reporter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AI-Powered Platform for Urban Problem Resolution</a:t>
            </a:r>
          </a:p>
          <a:p>
            <a:r>
              <a:t>Transforming civic reporting into rapid, automated 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1. 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The Problem: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Citizens struggle to report everyday issues (potholes, water leaks).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Authorities lack organized, prioritized data to fix them efficiently.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Our Solution: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A complete platform empowering citizens to easily report issues via photos.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Equips city officials with a real-time, AI-driven triage dashboard for rapid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2. How It Works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Step 1: Citizen App (Frontend)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Responsive React web app captures photos and precise GPS coordinates.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Step 2: AI Engine (Python, FastAPI)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Automatically classifies the issue category and estimates severity.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Step 3: Core Backend (Node.js, PostGIS)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Merges duplicate reports within a 50m radius using geospatial intelligence.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Step 4: Priority Engine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Dynamically calculates ticket priority for the Authority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3. AI Engine &amp; 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Automated Triage: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Evaluates image context to automatically assign baseline severity (Low, Medium, High).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Geospatial Intelligence: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Uses PostGIS geometry (ST_Distance) to cluster reports dynamically.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Perceptual Hashing: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Prevents duplicate spam by detecting visually identical photos.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Dynamic Priority Algorithm: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Scales priority based on AI severity, duplicate volume, and time elapsed.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4. Authority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Geographic Hotspots: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Interactive mapping (React-Leaflet) to pinpoint ticket coordinates.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Data Analytics: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Real-time charts (Recharts) tracking category volumes and resolution progress.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Priority Inbox: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Modern triage table with color-coded severity badges and visual progress bars.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Actionable Insights: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Helps authorities manage, filter, and resolve critical issues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5. Business Value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Value Proposition: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Extremely fast reporting, cost-effective triage, and scalable for any city.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Powerful Tech Stack: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React, Node.js, Python FastAPI, PostgreSQL, PostGIS.</a:t>
            </a:r>
          </a:p>
          <a:p>
            <a:pPr>
              <a:spcBef>
                <a:spcPts val="1400"/>
              </a:spcBef>
              <a:defRPr b="1" sz="2400">
                <a:solidFill>
                  <a:srgbClr val="2C3E50"/>
                </a:solidFill>
              </a:defRPr>
            </a:pPr>
            <a:r>
              <a:t>Future Roadmap: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Deploying real CNN models (MobileNet/ResNet) for production.</a:t>
            </a:r>
          </a:p>
          <a:p>
            <a:pPr lvl="1">
              <a:spcBef>
                <a:spcPts val="600"/>
              </a:spcBef>
              <a:defRPr sz="2000">
                <a:solidFill>
                  <a:srgbClr val="2C3E50"/>
                </a:solidFill>
              </a:defRPr>
            </a:pPr>
            <a:r>
              <a:t>Adding real-time websockets and launching Native Mobile Apps (React Native/Flutter).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